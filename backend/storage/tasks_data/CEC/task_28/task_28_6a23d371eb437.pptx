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7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73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4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3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82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83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87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5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77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2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02A4C-FC6D-4BAA-BD0C-97BA788B5AE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A5495-6EE8-41AB-9B37-26685A7FB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392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63" y="1698171"/>
            <a:ext cx="12178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Department Name </a:t>
            </a:r>
            <a:r>
              <a:rPr lang="en-US" sz="3600" b="1" dirty="0" smtClean="0"/>
              <a:t>:</a:t>
            </a:r>
          </a:p>
          <a:p>
            <a:r>
              <a:rPr lang="en-US" sz="3600" b="1" dirty="0" smtClean="0"/>
              <a:t>Subject/ Lab name with Code:</a:t>
            </a:r>
            <a:endParaRPr lang="en-US" sz="36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3063" y="3787428"/>
            <a:ext cx="12178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Presented by: </a:t>
            </a:r>
            <a:endParaRPr lang="en-IN" sz="3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447211"/>
            <a:ext cx="3108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Date: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23407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1915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205482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90861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Industry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Applications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51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1A65AA-E244-47E5-BE7F-F96B5CC71714}"/>
              </a:ext>
            </a:extLst>
          </p:cNvPr>
          <p:cNvSpPr txBox="1">
            <a:spLocks/>
          </p:cNvSpPr>
          <p:nvPr/>
        </p:nvSpPr>
        <p:spPr>
          <a:xfrm>
            <a:off x="1515291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>
                <a:solidFill>
                  <a:prstClr val="black"/>
                </a:solidFill>
              </a:rPr>
              <a:t>Course Objective</a:t>
            </a:r>
          </a:p>
        </p:txBody>
      </p:sp>
    </p:spTree>
    <p:extLst>
      <p:ext uri="{BB962C8B-B14F-4D97-AF65-F5344CB8AC3E}">
        <p14:creationId xmlns:p14="http://schemas.microsoft.com/office/powerpoint/2010/main" val="189870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1A65AA-E244-47E5-BE7F-F96B5CC71714}"/>
              </a:ext>
            </a:extLst>
          </p:cNvPr>
          <p:cNvSpPr txBox="1">
            <a:spLocks/>
          </p:cNvSpPr>
          <p:nvPr/>
        </p:nvSpPr>
        <p:spPr>
          <a:xfrm>
            <a:off x="190861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>
                <a:solidFill>
                  <a:prstClr val="black"/>
                </a:solidFill>
              </a:rPr>
              <a:t>Course outcomes</a:t>
            </a:r>
          </a:p>
        </p:txBody>
      </p:sp>
    </p:spTree>
    <p:extLst>
      <p:ext uri="{BB962C8B-B14F-4D97-AF65-F5344CB8AC3E}">
        <p14:creationId xmlns:p14="http://schemas.microsoft.com/office/powerpoint/2010/main" val="105379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908614" y="834715"/>
            <a:ext cx="749935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/>
              <a:t>Program Outcomes</a:t>
            </a:r>
          </a:p>
        </p:txBody>
      </p:sp>
    </p:spTree>
    <p:extLst>
      <p:ext uri="{BB962C8B-B14F-4D97-AF65-F5344CB8AC3E}">
        <p14:creationId xmlns:p14="http://schemas.microsoft.com/office/powerpoint/2010/main" val="410628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116183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COs-POs Mapping</a:t>
            </a:r>
          </a:p>
        </p:txBody>
      </p:sp>
    </p:spTree>
    <p:extLst>
      <p:ext uri="{BB962C8B-B14F-4D97-AF65-F5344CB8AC3E}">
        <p14:creationId xmlns:p14="http://schemas.microsoft.com/office/powerpoint/2010/main" val="246413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15737" y="809243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/>
              <a:t>PSOs </a:t>
            </a:r>
          </a:p>
        </p:txBody>
      </p:sp>
    </p:spTree>
    <p:extLst>
      <p:ext uri="{BB962C8B-B14F-4D97-AF65-F5344CB8AC3E}">
        <p14:creationId xmlns:p14="http://schemas.microsoft.com/office/powerpoint/2010/main" val="3756344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DFCA15C-ADEA-46F1-B382-CCE73C298205}"/>
              </a:ext>
            </a:extLst>
          </p:cNvPr>
          <p:cNvSpPr txBox="1">
            <a:spLocks/>
          </p:cNvSpPr>
          <p:nvPr/>
        </p:nvSpPr>
        <p:spPr>
          <a:xfrm>
            <a:off x="2338252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/>
              <a:t>COs-PSOs Mapping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616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37805" y="809243"/>
            <a:ext cx="77724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/>
              <a:t>PEOs </a:t>
            </a:r>
          </a:p>
        </p:txBody>
      </p:sp>
    </p:spTree>
    <p:extLst>
      <p:ext uri="{BB962C8B-B14F-4D97-AF65-F5344CB8AC3E}">
        <p14:creationId xmlns:p14="http://schemas.microsoft.com/office/powerpoint/2010/main" val="138934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34E021-78D9-4498-8E0C-A52179D1A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1232" y="809243"/>
            <a:ext cx="7884368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3458920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DF97493-2B51-4134-BE7D-6AF734042F3C}"/>
              </a:ext>
            </a:extLst>
          </p:cNvPr>
          <p:cNvSpPr txBox="1">
            <a:spLocks/>
          </p:cNvSpPr>
          <p:nvPr/>
        </p:nvSpPr>
        <p:spPr>
          <a:xfrm>
            <a:off x="2518954" y="809243"/>
            <a:ext cx="7660704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noProof="0" dirty="0"/>
              <a:t>Question Paper Template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999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495005" y="90068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Prerequisite</a:t>
            </a:r>
          </a:p>
        </p:txBody>
      </p:sp>
    </p:spTree>
    <p:extLst>
      <p:ext uri="{BB962C8B-B14F-4D97-AF65-F5344CB8AC3E}">
        <p14:creationId xmlns:p14="http://schemas.microsoft.com/office/powerpoint/2010/main" val="2105650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416628" y="92746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Brief introduction about the subject with videos</a:t>
            </a:r>
          </a:p>
        </p:txBody>
      </p:sp>
    </p:spTree>
    <p:extLst>
      <p:ext uri="{BB962C8B-B14F-4D97-AF65-F5344CB8AC3E}">
        <p14:creationId xmlns:p14="http://schemas.microsoft.com/office/powerpoint/2010/main" val="2286513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90861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Unit Contents</a:t>
            </a:r>
          </a:p>
        </p:txBody>
      </p:sp>
    </p:spTree>
    <p:extLst>
      <p:ext uri="{BB962C8B-B14F-4D97-AF65-F5344CB8AC3E}">
        <p14:creationId xmlns:p14="http://schemas.microsoft.com/office/powerpoint/2010/main" val="330610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103120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Unit 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Objective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5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325188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Topic Objective/Topic outcome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54652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90861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86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90057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22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194560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Daily Quiz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460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194560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Weekly Assignment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97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63932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Topic Link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93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7699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Topic Objective/Topic outcome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97703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90861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153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116183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140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416629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Daily Quiz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967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181497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Weekly Assignment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621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99063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Topic Link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6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573383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Topic Objective/Topic outcome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98478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908614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796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33749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Daily Quiz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61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521132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Weekly Assignment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36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33749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Topic Link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189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377440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Topic Objective/Topic outcome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6016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63932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237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750422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6334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547257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Daily Quiz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3376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455817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Weekly Assignment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869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86000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Topic Link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27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99063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MCQs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567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364377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Glossary Questions</a:t>
            </a:r>
          </a:p>
          <a:p>
            <a:pPr lvl="0" algn="ctr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335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63931" y="809243"/>
            <a:ext cx="7772400" cy="6857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QUESTION PAPERS</a:t>
            </a:r>
          </a:p>
        </p:txBody>
      </p:sp>
    </p:spTree>
    <p:extLst>
      <p:ext uri="{BB962C8B-B14F-4D97-AF65-F5344CB8AC3E}">
        <p14:creationId xmlns:p14="http://schemas.microsoft.com/office/powerpoint/2010/main" val="3483572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403566" y="809243"/>
            <a:ext cx="7772400" cy="8171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QUESTIONS FOR UNIVERSITY EXAM 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76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46811" y="809243"/>
            <a:ext cx="7772400" cy="8171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 of Unit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412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3715"/>
            <a:ext cx="3791102" cy="795528"/>
          </a:xfrm>
          <a:prstGeom prst="rect">
            <a:avLst/>
          </a:prstGeom>
        </p:spPr>
      </p:pic>
      <p:sp>
        <p:nvSpPr>
          <p:cNvPr id="3" name="Content Placeholder 8"/>
          <p:cNvSpPr txBox="1">
            <a:spLocks/>
          </p:cNvSpPr>
          <p:nvPr/>
        </p:nvSpPr>
        <p:spPr>
          <a:xfrm>
            <a:off x="0" y="2684417"/>
            <a:ext cx="11658600" cy="100642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Thank You</a:t>
            </a:r>
            <a:endParaRPr lang="en-US" sz="6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7445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107</Words>
  <Application>Microsoft Office PowerPoint</Application>
  <PresentationFormat>Widescreen</PresentationFormat>
  <Paragraphs>49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CGC</dc:creator>
  <cp:lastModifiedBy>CGC</cp:lastModifiedBy>
  <cp:revision>12</cp:revision>
  <dcterms:created xsi:type="dcterms:W3CDTF">2026-05-29T05:19:04Z</dcterms:created>
  <dcterms:modified xsi:type="dcterms:W3CDTF">2026-05-29T09:22:25Z</dcterms:modified>
</cp:coreProperties>
</file>